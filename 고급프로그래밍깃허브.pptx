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수연" userId="91fcf9b5aab5a226" providerId="LiveId" clId="{E33F17E8-0668-4CA2-B10D-231202FBE52B}"/>
    <pc:docChg chg="undo custSel addSld modSld">
      <pc:chgData name="김 수연" userId="91fcf9b5aab5a226" providerId="LiveId" clId="{E33F17E8-0668-4CA2-B10D-231202FBE52B}" dt="2021-06-11T19:36:27.686" v="1451" actId="14100"/>
      <pc:docMkLst>
        <pc:docMk/>
      </pc:docMkLst>
      <pc:sldChg chg="addSp delSp modSp mod">
        <pc:chgData name="김 수연" userId="91fcf9b5aab5a226" providerId="LiveId" clId="{E33F17E8-0668-4CA2-B10D-231202FBE52B}" dt="2021-06-11T19:29:13.999" v="179"/>
        <pc:sldMkLst>
          <pc:docMk/>
          <pc:sldMk cId="1408923924" sldId="257"/>
        </pc:sldMkLst>
        <pc:spChg chg="mod">
          <ac:chgData name="김 수연" userId="91fcf9b5aab5a226" providerId="LiveId" clId="{E33F17E8-0668-4CA2-B10D-231202FBE52B}" dt="2021-06-11T19:28:51.478" v="170" actId="1076"/>
          <ac:spMkLst>
            <pc:docMk/>
            <pc:sldMk cId="1408923924" sldId="257"/>
            <ac:spMk id="48" creationId="{B747B5AD-A82D-4CEA-96D2-FA87F3D36D10}"/>
          </ac:spMkLst>
        </pc:spChg>
        <pc:spChg chg="add mod">
          <ac:chgData name="김 수연" userId="91fcf9b5aab5a226" providerId="LiveId" clId="{E33F17E8-0668-4CA2-B10D-231202FBE52B}" dt="2021-06-11T19:29:13.999" v="179"/>
          <ac:spMkLst>
            <pc:docMk/>
            <pc:sldMk cId="1408923924" sldId="257"/>
            <ac:spMk id="63" creationId="{4027447A-670B-4FF4-8D61-1C35A5B1C0AD}"/>
          </ac:spMkLst>
        </pc:spChg>
        <pc:spChg chg="add mod">
          <ac:chgData name="김 수연" userId="91fcf9b5aab5a226" providerId="LiveId" clId="{E33F17E8-0668-4CA2-B10D-231202FBE52B}" dt="2021-06-11T19:27:49.581" v="2" actId="1076"/>
          <ac:spMkLst>
            <pc:docMk/>
            <pc:sldMk cId="1408923924" sldId="257"/>
            <ac:spMk id="66" creationId="{230DEEF3-AD90-4911-9127-A95010842CDA}"/>
          </ac:spMkLst>
        </pc:spChg>
        <pc:spChg chg="add del mod">
          <ac:chgData name="김 수연" userId="91fcf9b5aab5a226" providerId="LiveId" clId="{E33F17E8-0668-4CA2-B10D-231202FBE52B}" dt="2021-06-11T19:28:37.253" v="161"/>
          <ac:spMkLst>
            <pc:docMk/>
            <pc:sldMk cId="1408923924" sldId="257"/>
            <ac:spMk id="68" creationId="{24F001BF-0D90-458D-B7AE-62F1EAF826E0}"/>
          </ac:spMkLst>
        </pc:spChg>
        <pc:spChg chg="mod">
          <ac:chgData name="김 수연" userId="91fcf9b5aab5a226" providerId="LiveId" clId="{E33F17E8-0668-4CA2-B10D-231202FBE52B}" dt="2021-06-11T19:28:47.613" v="166" actId="1076"/>
          <ac:spMkLst>
            <pc:docMk/>
            <pc:sldMk cId="1408923924" sldId="257"/>
            <ac:spMk id="70" creationId="{681EB827-12B8-433D-BEBA-21402291FAD7}"/>
          </ac:spMkLst>
        </pc:spChg>
        <pc:cxnChg chg="add del mod">
          <ac:chgData name="김 수연" userId="91fcf9b5aab5a226" providerId="LiveId" clId="{E33F17E8-0668-4CA2-B10D-231202FBE52B}" dt="2021-06-11T19:28:27.950" v="157" actId="478"/>
          <ac:cxnSpMkLst>
            <pc:docMk/>
            <pc:sldMk cId="1408923924" sldId="257"/>
            <ac:cxnSpMk id="67" creationId="{F1D1C59E-28A2-4CF5-B9BC-5FA0D93AEED1}"/>
          </ac:cxnSpMkLst>
        </pc:cxnChg>
        <pc:cxnChg chg="add del mod">
          <ac:chgData name="김 수연" userId="91fcf9b5aab5a226" providerId="LiveId" clId="{E33F17E8-0668-4CA2-B10D-231202FBE52B}" dt="2021-06-11T19:28:48.367" v="167"/>
          <ac:cxnSpMkLst>
            <pc:docMk/>
            <pc:sldMk cId="1408923924" sldId="257"/>
            <ac:cxnSpMk id="75" creationId="{5D3065FA-9A03-4C6B-87F9-AC7AA0664E26}"/>
          </ac:cxnSpMkLst>
        </pc:cxnChg>
        <pc:cxnChg chg="add del mod">
          <ac:chgData name="김 수연" userId="91fcf9b5aab5a226" providerId="LiveId" clId="{E33F17E8-0668-4CA2-B10D-231202FBE52B}" dt="2021-06-11T19:29:06.447" v="172" actId="478"/>
          <ac:cxnSpMkLst>
            <pc:docMk/>
            <pc:sldMk cId="1408923924" sldId="257"/>
            <ac:cxnSpMk id="79" creationId="{3A9E6BF6-D2AC-4C9B-879B-1195B35FEC58}"/>
          </ac:cxnSpMkLst>
        </pc:cxnChg>
        <pc:cxnChg chg="add mod">
          <ac:chgData name="김 수연" userId="91fcf9b5aab5a226" providerId="LiveId" clId="{E33F17E8-0668-4CA2-B10D-231202FBE52B}" dt="2021-06-11T19:29:03.946" v="171" actId="571"/>
          <ac:cxnSpMkLst>
            <pc:docMk/>
            <pc:sldMk cId="1408923924" sldId="257"/>
            <ac:cxnSpMk id="81" creationId="{BA400F14-0D21-44AA-8CEE-57248898BF4A}"/>
          </ac:cxnSpMkLst>
        </pc:cxnChg>
      </pc:sldChg>
      <pc:sldChg chg="modSp mod">
        <pc:chgData name="김 수연" userId="91fcf9b5aab5a226" providerId="LiveId" clId="{E33F17E8-0668-4CA2-B10D-231202FBE52B}" dt="2021-06-11T19:33:05.413" v="923" actId="1076"/>
        <pc:sldMkLst>
          <pc:docMk/>
          <pc:sldMk cId="3834396621" sldId="258"/>
        </pc:sldMkLst>
        <pc:spChg chg="mod">
          <ac:chgData name="김 수연" userId="91fcf9b5aab5a226" providerId="LiveId" clId="{E33F17E8-0668-4CA2-B10D-231202FBE52B}" dt="2021-06-11T19:33:05.413" v="923" actId="1076"/>
          <ac:spMkLst>
            <pc:docMk/>
            <pc:sldMk cId="3834396621" sldId="258"/>
            <ac:spMk id="47" creationId="{1B7FEA25-7BA2-4915-8359-A1CF12C0C6F9}"/>
          </ac:spMkLst>
        </pc:spChg>
      </pc:sldChg>
      <pc:sldChg chg="addSp delSp modSp add mod">
        <pc:chgData name="김 수연" userId="91fcf9b5aab5a226" providerId="LiveId" clId="{E33F17E8-0668-4CA2-B10D-231202FBE52B}" dt="2021-06-11T19:36:27.686" v="1451" actId="14100"/>
        <pc:sldMkLst>
          <pc:docMk/>
          <pc:sldMk cId="2202024836" sldId="261"/>
        </pc:sldMkLst>
        <pc:spChg chg="mod">
          <ac:chgData name="김 수연" userId="91fcf9b5aab5a226" providerId="LiveId" clId="{E33F17E8-0668-4CA2-B10D-231202FBE52B}" dt="2021-06-11T19:29:32.031" v="201"/>
          <ac:spMkLst>
            <pc:docMk/>
            <pc:sldMk cId="2202024836" sldId="261"/>
            <ac:spMk id="12" creationId="{1A10D8A2-1A8D-4C14-8329-24CD834E0738}"/>
          </ac:spMkLst>
        </pc:spChg>
        <pc:spChg chg="mod">
          <ac:chgData name="김 수연" userId="91fcf9b5aab5a226" providerId="LiveId" clId="{E33F17E8-0668-4CA2-B10D-231202FBE52B}" dt="2021-06-11T19:29:25.367" v="188"/>
          <ac:spMkLst>
            <pc:docMk/>
            <pc:sldMk cId="2202024836" sldId="261"/>
            <ac:spMk id="41" creationId="{3FBDD3BA-5B1D-4C65-9A15-502800321B9F}"/>
          </ac:spMkLst>
        </pc:spChg>
        <pc:spChg chg="mod">
          <ac:chgData name="김 수연" userId="91fcf9b5aab5a226" providerId="LiveId" clId="{E33F17E8-0668-4CA2-B10D-231202FBE52B}" dt="2021-06-11T19:29:30.035" v="198"/>
          <ac:spMkLst>
            <pc:docMk/>
            <pc:sldMk cId="2202024836" sldId="261"/>
            <ac:spMk id="43" creationId="{33E478FB-A9C0-4207-9C9B-69B753A79D04}"/>
          </ac:spMkLst>
        </pc:spChg>
        <pc:spChg chg="add del mod">
          <ac:chgData name="김 수연" userId="91fcf9b5aab5a226" providerId="LiveId" clId="{E33F17E8-0668-4CA2-B10D-231202FBE52B}" dt="2021-06-11T19:30:10.516" v="246" actId="1036"/>
          <ac:spMkLst>
            <pc:docMk/>
            <pc:sldMk cId="2202024836" sldId="261"/>
            <ac:spMk id="44" creationId="{9E93B875-C476-4471-BAF6-8EFF3FB8CDE6}"/>
          </ac:spMkLst>
        </pc:spChg>
        <pc:spChg chg="mod">
          <ac:chgData name="김 수연" userId="91fcf9b5aab5a226" providerId="LiveId" clId="{E33F17E8-0668-4CA2-B10D-231202FBE52B}" dt="2021-06-11T19:36:27.686" v="1451" actId="14100"/>
          <ac:spMkLst>
            <pc:docMk/>
            <pc:sldMk cId="2202024836" sldId="261"/>
            <ac:spMk id="45" creationId="{7C9FC51B-FC0D-49D9-BC22-F8AE00E03548}"/>
          </ac:spMkLst>
        </pc:spChg>
        <pc:spChg chg="mod">
          <ac:chgData name="김 수연" userId="91fcf9b5aab5a226" providerId="LiveId" clId="{E33F17E8-0668-4CA2-B10D-231202FBE52B}" dt="2021-06-11T19:29:21.256" v="182" actId="20577"/>
          <ac:spMkLst>
            <pc:docMk/>
            <pc:sldMk cId="2202024836" sldId="261"/>
            <ac:spMk id="69" creationId="{8FD2EAE7-2A2E-4149-918A-FFA9E790BF2C}"/>
          </ac:spMkLst>
        </pc:spChg>
        <pc:picChg chg="del">
          <ac:chgData name="김 수연" userId="91fcf9b5aab5a226" providerId="LiveId" clId="{E33F17E8-0668-4CA2-B10D-231202FBE52B}" dt="2021-06-11T19:30:27.845" v="299" actId="478"/>
          <ac:picMkLst>
            <pc:docMk/>
            <pc:sldMk cId="2202024836" sldId="261"/>
            <ac:picMk id="4" creationId="{EF19F2E0-C843-4C13-A275-BFA0F233BC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C0C39-41C4-4DBC-8880-FFE465AA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2E2198-6ADD-414E-A962-716CD3C96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7BE86-99FF-41DB-8123-F417A8A7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CE8B49-72E6-4880-92A0-DE6B9E4A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7D710A-2A4C-4750-8003-418356F8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1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67B74-00BA-4671-802B-844B0731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F406F-E8C7-4811-9AB3-B549F9255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4D6CE4-48E4-486B-A44A-70C1C60E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AB86D-6A2C-4C03-BABC-6A6F1DBAE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0D750-81F0-4CCF-97B2-F61C0E88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34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BEC9F-958F-4E88-B6B1-057CD09E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160112-0F08-46CD-B5F9-C5D4D98E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5E1C0-4179-4AF5-A9CF-E3500973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67FA9-0DD9-48AA-939A-C12668CE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FE123-F2BF-42A6-93DF-88023F9A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77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3ED14-7C83-4E52-9B6F-EFDEF5C8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8AD88B-97F8-434B-8B0D-D822350FC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59DC6C-AEC8-45F2-B239-198F86830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32197-9B66-4DCA-8758-55EAFBDE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7C61EC-5556-4962-BD1D-9ED33A84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24F73D-1BE6-429E-9A61-99FEC11B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03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C3470-0FBA-43EE-9935-DE58D869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6B8B7-C1E6-455E-895F-BE0583F75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5D7127-327A-41FD-A226-366C9E92F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BCEF01-240E-4CD5-8900-7D3524A5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00793F-D643-46DD-969A-A098B34CA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CBEC2A-DBA9-447F-A4DA-F59DECA6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32663E-D7D0-440C-88F1-AF251CF0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6FE29F-7842-4934-81F0-6AF64E8F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B3C2B-260F-4CF4-A886-8D35FB1A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21C599-9811-43D2-8F2A-54335CAD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99D87D-46B5-4953-8CCB-3F5D88C5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603649-59D5-4157-A9E0-18949040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1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3B6220-BDAA-4763-B180-3E985F77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BBAF7-9A40-4E52-BDD0-65324ECF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62DFE-DF9D-485E-8E09-E9C2B212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89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C1822-BDCA-49AD-83E4-8C6D8E62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6B35-8587-454C-B230-F4B68049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459A34-1167-4809-8B7C-E03D54B56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02167B-A852-4611-8804-56B06DC5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D13AE7-CAD5-4AA5-99F3-A23F7DFED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9C2673-A63A-4EC6-82C9-BD841094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3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F85E5-26C2-4D31-B57D-FFA8611B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BCDC49-538C-4021-A7BD-35301A38A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D780CE-259D-4404-9418-1009959F2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96425-DC39-4861-8949-B86F132A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06E4C-2B44-4B8A-AB3F-AF2A0CA7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994A74-EDB4-411A-B605-85956A59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7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BB33-00B6-4A9E-BABF-5E4D2CE03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1FF86C-BEB6-411A-843C-724ED1E2E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3573C4-76C0-42AC-A723-2157E348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A671E-B6CA-4129-AE66-A1740958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478B0-1914-409E-B36D-380F125C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2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3313D1-EE48-40F8-BC9B-FF4D724AC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07E8DD-A6CB-4928-969E-3AAE0B508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36BDA-72CF-4693-AEB5-7EC0314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AF459D-5367-4C95-8DA7-C2D43B53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236703-9425-493C-98A3-4B5A3D98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79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4D21AF-4447-401B-9620-41F6C81D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7E99E7-B24D-42C4-B24B-138DEF869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E96E1-1357-4F2E-A4DE-515A9BAE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CC8D4-0D18-4428-96BC-E8571F5B5D3B}" type="datetimeFigureOut">
              <a:rPr lang="ko-KR" altLang="en-US" smtClean="0"/>
              <a:t>2021-06-12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6BD72-9FCB-43B0-B3EA-A3884A5AA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7F4F5-778B-4CF5-A8D5-C425608DC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86E41-E5F1-4091-BDC6-04CEC2C308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89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im-Suyeon-KSU/Haskell_Programming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>
            <a:extLst>
              <a:ext uri="{FF2B5EF4-FFF2-40B4-BE49-F238E27FC236}">
                <a16:creationId xmlns:a16="http://schemas.microsoft.com/office/drawing/2014/main" id="{CB9181B1-AF63-436A-AA91-A660F1D4599F}"/>
              </a:ext>
            </a:extLst>
          </p:cNvPr>
          <p:cNvGrpSpPr/>
          <p:nvPr/>
        </p:nvGrpSpPr>
        <p:grpSpPr>
          <a:xfrm>
            <a:off x="2236470" y="2258047"/>
            <a:ext cx="7719060" cy="2017006"/>
            <a:chOff x="2202180" y="2446020"/>
            <a:chExt cx="7719060" cy="201700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E478FB-A9C0-4207-9C9B-69B753A79D04}"/>
                </a:ext>
              </a:extLst>
            </p:cNvPr>
            <p:cNvSpPr txBox="1"/>
            <p:nvPr/>
          </p:nvSpPr>
          <p:spPr>
            <a:xfrm>
              <a:off x="2956752" y="2548461"/>
              <a:ext cx="29851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dirty="0" err="1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Github</a:t>
              </a:r>
              <a:r>
                <a:rPr lang="en-US" altLang="ko-KR" sz="40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ko-KR" altLang="en-US" sz="40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소개</a:t>
              </a:r>
              <a:endParaRPr lang="en-US" altLang="ko-KR" sz="4000" dirty="0">
                <a:solidFill>
                  <a:schemeClr val="bg1">
                    <a:lumMod val="50000"/>
                    <a:alpha val="3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6EB1377-AD00-4FD0-9EBF-94778F312EAA}"/>
                </a:ext>
              </a:extLst>
            </p:cNvPr>
            <p:cNvSpPr/>
            <p:nvPr/>
          </p:nvSpPr>
          <p:spPr>
            <a:xfrm>
              <a:off x="2956752" y="3939806"/>
              <a:ext cx="509306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고급프로그래밍 김주현 교수님</a:t>
              </a: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C6CA78F-04E2-4C9F-9E3E-58B01C5BA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2180" y="2700861"/>
              <a:ext cx="727710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6CF3A5-B156-470A-8D22-72E49CA62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7480" y="3285061"/>
              <a:ext cx="722376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D4DFFAC-6E3B-409D-828B-0F935D8D1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060" y="3412061"/>
              <a:ext cx="691134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BE62774-46A8-4FB5-90DB-2639E65B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7940" y="3983561"/>
              <a:ext cx="691134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56DF3F3-EC31-464B-97F3-D2D968E220AA}"/>
                </a:ext>
              </a:extLst>
            </p:cNvPr>
            <p:cNvGrpSpPr/>
            <p:nvPr/>
          </p:nvGrpSpPr>
          <p:grpSpPr>
            <a:xfrm>
              <a:off x="3025501" y="2446020"/>
              <a:ext cx="6218898" cy="1737361"/>
              <a:chOff x="3025501" y="2464944"/>
              <a:chExt cx="6218898" cy="1928113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3D81279D-F2BD-47BD-A80B-0BCE19A4CCA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078385" y="3412060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6AC27985-8505-4804-8276-16DF8C6C14D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686397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DFBB794B-FE35-440B-B005-0691000111D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745135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957D6088-1230-43AE-9A96-7CC746405F0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234087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C7C02BF6-C946-4DE6-9021-739807D7B26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3823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2CC5A90A-4F1B-49A3-80E7-B68CA5302BF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8840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5BEE0DAC-D7EC-4D24-8615-5F1108ADFF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9856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0C64EE39-6888-40CD-B40A-BAD0953E697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5317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D78CC6D8-39C9-4C1A-9F5B-8E986E9E21B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6460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8B6BDAF1-36B3-477A-9721-DD6A72B9768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1222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49835A3-9EAE-4C16-BCAD-ADA770F020D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3254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5479E164-A774-40EA-905B-BE1697326B0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7382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EA0FAFC-0CF7-4827-BACD-DF4194A9D9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9477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C772698-0DB6-4265-9F29-6C2845C7D01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3986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77F7BDB1-2125-479B-9BF1-19DA710CABD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383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35967D71-8753-46A3-85F9-0EED34FFB0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0336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FDBAE395-7E30-4604-84AA-7E328FA7418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2114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C67F01A6-7A94-429E-8178-53D07986D4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90349" y="2464946"/>
                <a:ext cx="0" cy="1928111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E10529FB-40BC-41A7-8786-97CD98F307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55449" y="2464946"/>
                <a:ext cx="0" cy="1928111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052CF94A-CD78-4A90-9E6A-012BB5A9BE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44399" y="2464946"/>
                <a:ext cx="0" cy="1928111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D8A2-1A8D-4C14-8329-24CD834E0738}"/>
                </a:ext>
              </a:extLst>
            </p:cNvPr>
            <p:cNvSpPr txBox="1"/>
            <p:nvPr/>
          </p:nvSpPr>
          <p:spPr>
            <a:xfrm>
              <a:off x="2918652" y="2510361"/>
              <a:ext cx="29851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Github</a:t>
              </a:r>
              <a:r>
                <a:rPr lang="en-US" altLang="ko-KR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ko-KR" altLang="en-US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소개</a:t>
              </a:r>
              <a:endParaRPr lang="en-US" altLang="ko-KR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561198C-E55A-42A1-A404-A519A75DF6EA}"/>
                </a:ext>
              </a:extLst>
            </p:cNvPr>
            <p:cNvSpPr/>
            <p:nvPr/>
          </p:nvSpPr>
          <p:spPr>
            <a:xfrm>
              <a:off x="2918652" y="3901706"/>
              <a:ext cx="52293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고급 프로그래밍</a:t>
              </a:r>
              <a:r>
                <a:rPr lang="en-US" altLang="ko-KR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	</a:t>
              </a:r>
              <a:r>
                <a:rPr lang="ko-KR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김주현 교수님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4087053-BF30-401A-A59C-DF6FB845193C}"/>
              </a:ext>
            </a:extLst>
          </p:cNvPr>
          <p:cNvSpPr/>
          <p:nvPr/>
        </p:nvSpPr>
        <p:spPr>
          <a:xfrm>
            <a:off x="4832610" y="5178881"/>
            <a:ext cx="2307106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소프트웨어학과 </a:t>
            </a:r>
            <a:r>
              <a:rPr lang="en-US" altLang="ko-KR" sz="1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2017948022 </a:t>
            </a:r>
            <a:r>
              <a:rPr lang="ko-KR" altLang="en-US" sz="1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김수연</a:t>
            </a:r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r"/>
            <a:endParaRPr lang="en-US" altLang="ko-KR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algn="ctr"/>
            <a:endParaRPr lang="ko-KR" altLang="en-US" sz="1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61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17D4C2B-36D0-4E40-8006-6DA28BE0DD7D}"/>
              </a:ext>
            </a:extLst>
          </p:cNvPr>
          <p:cNvGrpSpPr/>
          <p:nvPr/>
        </p:nvGrpSpPr>
        <p:grpSpPr>
          <a:xfrm>
            <a:off x="89600" y="245732"/>
            <a:ext cx="3316693" cy="746501"/>
            <a:chOff x="3477325" y="478777"/>
            <a:chExt cx="3316693" cy="74650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E478FB-A9C0-4207-9C9B-69B753A79D04}"/>
                </a:ext>
              </a:extLst>
            </p:cNvPr>
            <p:cNvSpPr txBox="1"/>
            <p:nvPr/>
          </p:nvSpPr>
          <p:spPr>
            <a:xfrm>
              <a:off x="3753921" y="513268"/>
              <a:ext cx="77457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3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목차</a:t>
              </a:r>
              <a:endParaRPr lang="en-US" altLang="ko-KR" sz="2300" dirty="0">
                <a:solidFill>
                  <a:schemeClr val="bg1">
                    <a:lumMod val="50000"/>
                    <a:alpha val="3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C6CA78F-04E2-4C9F-9E3E-58B01C5BA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325" y="588276"/>
              <a:ext cx="3126794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6CF3A5-B156-470A-8D22-72E49CA62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0143" y="839292"/>
              <a:ext cx="310387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D4DFFAC-6E3B-409D-828B-0F935D8D1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9611" y="893861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BE62774-46A8-4FB5-90DB-2639E65B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4483" y="1139420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D81279D-F2BD-47BD-A80B-0BCE19A4CCA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4643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AC27985-8505-4804-8276-16DF8C6C14D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256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FBB794B-FE35-440B-B005-0691000111D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508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57D6088-1230-43AE-9A96-7CC746405F0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96097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7C02BF6-C946-4DE6-9021-739807D7B26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02469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CC5A90A-4F1B-49A3-80E7-B68CA5302BF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40238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BEE0DAC-D7EC-4D24-8615-5F1108ADFFD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83893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C64EE39-6888-40CD-B40A-BAD0953E697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18539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78CC6D8-39C9-4C1A-9F5B-8E986E9E21B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6765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B6BDAF1-36B3-477A-9721-DD6A72B9768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77228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49835A3-9EAE-4C16-BCAD-ADA770F020D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8595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479E164-A774-40EA-905B-BE1697326B0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0369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EA0FAFC-0CF7-4827-BACD-DF4194A9D98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1269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8C772698-0DB6-4265-9F29-6C2845C7D01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2070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7F7BDB1-2125-479B-9BF1-19DA710CABD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80726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5967D71-8753-46A3-85F9-0EED34FFB02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59354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DBAE395-7E30-4604-84AA-7E328FA7418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66994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67F01A6-7A94-429E-8178-53D07986D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167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10529FB-40BC-41A7-8786-97CD98F30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10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52CF94A-CD78-4A90-9E6A-012BB5A9B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319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D8A2-1A8D-4C14-8329-24CD834E0738}"/>
                </a:ext>
              </a:extLst>
            </p:cNvPr>
            <p:cNvSpPr txBox="1"/>
            <p:nvPr/>
          </p:nvSpPr>
          <p:spPr>
            <a:xfrm>
              <a:off x="3737551" y="496898"/>
              <a:ext cx="77457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목차</a:t>
              </a:r>
              <a:endParaRPr lang="en-US" altLang="ko-KR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68D073-495A-42DF-BD97-6A516CACEFA3}"/>
              </a:ext>
            </a:extLst>
          </p:cNvPr>
          <p:cNvCxnSpPr/>
          <p:nvPr/>
        </p:nvCxnSpPr>
        <p:spPr>
          <a:xfrm>
            <a:off x="246758" y="1550187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6EECE4D-8BE4-4D2C-A689-639E9A15AA5F}"/>
              </a:ext>
            </a:extLst>
          </p:cNvPr>
          <p:cNvCxnSpPr/>
          <p:nvPr/>
        </p:nvCxnSpPr>
        <p:spPr>
          <a:xfrm>
            <a:off x="246758" y="6458089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3532DFD-ECC2-4A34-BE18-2DDA5CBF7D45}"/>
              </a:ext>
            </a:extLst>
          </p:cNvPr>
          <p:cNvSpPr/>
          <p:nvPr/>
        </p:nvSpPr>
        <p:spPr>
          <a:xfrm>
            <a:off x="5381701" y="6554500"/>
            <a:ext cx="138531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Designed 2017. @ </a:t>
            </a:r>
            <a:r>
              <a:rPr lang="en-US" altLang="ko-KR" sz="80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yptlab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BDD3BA-5B1D-4C65-9A15-502800321B9F}"/>
              </a:ext>
            </a:extLst>
          </p:cNvPr>
          <p:cNvSpPr/>
          <p:nvPr/>
        </p:nvSpPr>
        <p:spPr>
          <a:xfrm>
            <a:off x="2660100" y="3330561"/>
            <a:ext cx="1024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Github</a:t>
            </a:r>
            <a:r>
              <a:rPr lang="en-US" altLang="ko-KR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</a:t>
            </a:r>
            <a:r>
              <a:rPr lang="ko-KR" altLang="en-US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소개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D2A727D-D1B5-445E-936F-6FAF0A3B3EE3}"/>
              </a:ext>
            </a:extLst>
          </p:cNvPr>
          <p:cNvCxnSpPr/>
          <p:nvPr/>
        </p:nvCxnSpPr>
        <p:spPr>
          <a:xfrm flipH="1">
            <a:off x="2577619" y="3455844"/>
            <a:ext cx="19050" cy="57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747B5AD-A82D-4CEA-96D2-FA87F3D36D10}"/>
              </a:ext>
            </a:extLst>
          </p:cNvPr>
          <p:cNvSpPr/>
          <p:nvPr/>
        </p:nvSpPr>
        <p:spPr>
          <a:xfrm>
            <a:off x="2660100" y="3846719"/>
            <a:ext cx="9541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Repository</a:t>
            </a:r>
            <a:endParaRPr lang="ko-KR" altLang="en-US" sz="12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1CD0722-5E76-4DA9-9755-3E70BF70EC82}"/>
              </a:ext>
            </a:extLst>
          </p:cNvPr>
          <p:cNvCxnSpPr/>
          <p:nvPr/>
        </p:nvCxnSpPr>
        <p:spPr>
          <a:xfrm flipH="1">
            <a:off x="2577619" y="3972002"/>
            <a:ext cx="19050" cy="57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FD2EAE7-2A2E-4149-918A-FFA9E790BF2C}"/>
              </a:ext>
            </a:extLst>
          </p:cNvPr>
          <p:cNvSpPr/>
          <p:nvPr/>
        </p:nvSpPr>
        <p:spPr>
          <a:xfrm>
            <a:off x="2109594" y="3349223"/>
            <a:ext cx="4956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part 1.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81EB827-12B8-433D-BEBA-21402291FAD7}"/>
              </a:ext>
            </a:extLst>
          </p:cNvPr>
          <p:cNvSpPr/>
          <p:nvPr/>
        </p:nvSpPr>
        <p:spPr>
          <a:xfrm>
            <a:off x="2109594" y="3865381"/>
            <a:ext cx="4956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part 2.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F0A99283-D542-4631-9089-2A70CA4B994F}"/>
              </a:ext>
            </a:extLst>
          </p:cNvPr>
          <p:cNvCxnSpPr>
            <a:cxnSpLocks/>
          </p:cNvCxnSpPr>
          <p:nvPr/>
        </p:nvCxnSpPr>
        <p:spPr>
          <a:xfrm>
            <a:off x="1668474" y="2593906"/>
            <a:ext cx="0" cy="28502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CEA9FCB-C832-465B-84BE-44A1E8046642}"/>
              </a:ext>
            </a:extLst>
          </p:cNvPr>
          <p:cNvSpPr/>
          <p:nvPr/>
        </p:nvSpPr>
        <p:spPr>
          <a:xfrm rot="16200000">
            <a:off x="764366" y="2887991"/>
            <a:ext cx="1233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INDEX</a:t>
            </a:r>
            <a:endParaRPr lang="ko-KR" altLang="en-US" sz="2800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027447A-670B-4FF4-8D61-1C35A5B1C0AD}"/>
              </a:ext>
            </a:extLst>
          </p:cNvPr>
          <p:cNvSpPr/>
          <p:nvPr/>
        </p:nvSpPr>
        <p:spPr>
          <a:xfrm>
            <a:off x="2660100" y="4421864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평가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30DEEF3-AD90-4911-9127-A95010842CDA}"/>
              </a:ext>
            </a:extLst>
          </p:cNvPr>
          <p:cNvSpPr/>
          <p:nvPr/>
        </p:nvSpPr>
        <p:spPr>
          <a:xfrm>
            <a:off x="2109594" y="4440526"/>
            <a:ext cx="4956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part 3.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BA400F14-0D21-44AA-8CEE-57248898BF4A}"/>
              </a:ext>
            </a:extLst>
          </p:cNvPr>
          <p:cNvCxnSpPr/>
          <p:nvPr/>
        </p:nvCxnSpPr>
        <p:spPr>
          <a:xfrm flipH="1">
            <a:off x="2594121" y="4550000"/>
            <a:ext cx="19050" cy="57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92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17D4C2B-36D0-4E40-8006-6DA28BE0DD7D}"/>
              </a:ext>
            </a:extLst>
          </p:cNvPr>
          <p:cNvGrpSpPr/>
          <p:nvPr/>
        </p:nvGrpSpPr>
        <p:grpSpPr>
          <a:xfrm>
            <a:off x="89600" y="245732"/>
            <a:ext cx="3316693" cy="746501"/>
            <a:chOff x="3477325" y="478777"/>
            <a:chExt cx="3316693" cy="74650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E478FB-A9C0-4207-9C9B-69B753A79D04}"/>
                </a:ext>
              </a:extLst>
            </p:cNvPr>
            <p:cNvSpPr txBox="1"/>
            <p:nvPr/>
          </p:nvSpPr>
          <p:spPr>
            <a:xfrm>
              <a:off x="3753921" y="513268"/>
              <a:ext cx="179408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300" dirty="0" err="1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Github</a:t>
              </a:r>
              <a:r>
                <a:rPr lang="en-US" altLang="ko-KR" sz="23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ko-KR" altLang="en-US" sz="23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소개</a:t>
              </a:r>
              <a:endParaRPr lang="en-US" altLang="ko-KR" sz="2300" dirty="0">
                <a:solidFill>
                  <a:schemeClr val="bg1">
                    <a:lumMod val="50000"/>
                    <a:alpha val="3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C6CA78F-04E2-4C9F-9E3E-58B01C5BA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325" y="588276"/>
              <a:ext cx="3126794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6CF3A5-B156-470A-8D22-72E49CA62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0143" y="839292"/>
              <a:ext cx="310387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D4DFFAC-6E3B-409D-828B-0F935D8D1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9611" y="893861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BE62774-46A8-4FB5-90DB-2639E65B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4483" y="1139420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D81279D-F2BD-47BD-A80B-0BCE19A4CCA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4643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AC27985-8505-4804-8276-16DF8C6C14D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256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FBB794B-FE35-440B-B005-0691000111D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508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57D6088-1230-43AE-9A96-7CC746405F0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96097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7C02BF6-C946-4DE6-9021-739807D7B26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02469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CC5A90A-4F1B-49A3-80E7-B68CA5302BF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40238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BEE0DAC-D7EC-4D24-8615-5F1108ADFFD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83893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C64EE39-6888-40CD-B40A-BAD0953E697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18539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78CC6D8-39C9-4C1A-9F5B-8E986E9E21B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6765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B6BDAF1-36B3-477A-9721-DD6A72B9768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77228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49835A3-9EAE-4C16-BCAD-ADA770F020D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8595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479E164-A774-40EA-905B-BE1697326B0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0369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EA0FAFC-0CF7-4827-BACD-DF4194A9D98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1269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8C772698-0DB6-4265-9F29-6C2845C7D01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2070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7F7BDB1-2125-479B-9BF1-19DA710CABD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80726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5967D71-8753-46A3-85F9-0EED34FFB02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59354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DBAE395-7E30-4604-84AA-7E328FA7418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66994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67F01A6-7A94-429E-8178-53D07986D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167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10529FB-40BC-41A7-8786-97CD98F30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10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52CF94A-CD78-4A90-9E6A-012BB5A9B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319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D8A2-1A8D-4C14-8329-24CD834E0738}"/>
                </a:ext>
              </a:extLst>
            </p:cNvPr>
            <p:cNvSpPr txBox="1"/>
            <p:nvPr/>
          </p:nvSpPr>
          <p:spPr>
            <a:xfrm>
              <a:off x="3737551" y="496898"/>
              <a:ext cx="1891865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en-US" altLang="ko-KR" sz="2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Github</a:t>
              </a:r>
              <a:r>
                <a:rPr lang="en-US" altLang="ko-KR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ko-KR" altLang="en-US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소개</a:t>
              </a:r>
              <a:endParaRPr lang="en-US" altLang="ko-KR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68D073-495A-42DF-BD97-6A516CACEFA3}"/>
              </a:ext>
            </a:extLst>
          </p:cNvPr>
          <p:cNvCxnSpPr/>
          <p:nvPr/>
        </p:nvCxnSpPr>
        <p:spPr>
          <a:xfrm>
            <a:off x="246758" y="1550187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6EECE4D-8BE4-4D2C-A689-639E9A15AA5F}"/>
              </a:ext>
            </a:extLst>
          </p:cNvPr>
          <p:cNvCxnSpPr/>
          <p:nvPr/>
        </p:nvCxnSpPr>
        <p:spPr>
          <a:xfrm>
            <a:off x="246758" y="6458089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3532DFD-ECC2-4A34-BE18-2DDA5CBF7D45}"/>
              </a:ext>
            </a:extLst>
          </p:cNvPr>
          <p:cNvSpPr/>
          <p:nvPr/>
        </p:nvSpPr>
        <p:spPr>
          <a:xfrm>
            <a:off x="5381701" y="6554500"/>
            <a:ext cx="138531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Designed 2017. @ </a:t>
            </a:r>
            <a:r>
              <a:rPr lang="en-US" altLang="ko-KR" sz="80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yptlab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BDD3BA-5B1D-4C65-9A15-502800321B9F}"/>
              </a:ext>
            </a:extLst>
          </p:cNvPr>
          <p:cNvSpPr/>
          <p:nvPr/>
        </p:nvSpPr>
        <p:spPr>
          <a:xfrm>
            <a:off x="7940476" y="1127957"/>
            <a:ext cx="15840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Github</a:t>
            </a:r>
            <a:r>
              <a:rPr lang="en-US" altLang="ko-KR" sz="2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소개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D2A727D-D1B5-445E-936F-6FAF0A3B3EE3}"/>
              </a:ext>
            </a:extLst>
          </p:cNvPr>
          <p:cNvCxnSpPr>
            <a:cxnSpLocks/>
          </p:cNvCxnSpPr>
          <p:nvPr/>
        </p:nvCxnSpPr>
        <p:spPr>
          <a:xfrm flipH="1">
            <a:off x="7843044" y="1285844"/>
            <a:ext cx="28112" cy="84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FD2EAE7-2A2E-4149-918A-FFA9E790BF2C}"/>
              </a:ext>
            </a:extLst>
          </p:cNvPr>
          <p:cNvSpPr/>
          <p:nvPr/>
        </p:nvSpPr>
        <p:spPr>
          <a:xfrm>
            <a:off x="7080202" y="1185776"/>
            <a:ext cx="652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part 1.</a:t>
            </a:r>
            <a:endParaRPr lang="ko-KR" altLang="en-US" sz="12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15CCC97-D810-46C9-B502-8A2A44FC3657}"/>
              </a:ext>
            </a:extLst>
          </p:cNvPr>
          <p:cNvCxnSpPr>
            <a:cxnSpLocks/>
          </p:cNvCxnSpPr>
          <p:nvPr/>
        </p:nvCxnSpPr>
        <p:spPr>
          <a:xfrm>
            <a:off x="1667674" y="2593906"/>
            <a:ext cx="0" cy="28502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3C78B2E-E279-4A81-A283-1FCE9F572FB3}"/>
              </a:ext>
            </a:extLst>
          </p:cNvPr>
          <p:cNvSpPr/>
          <p:nvPr/>
        </p:nvSpPr>
        <p:spPr>
          <a:xfrm rot="16200000">
            <a:off x="367626" y="3205491"/>
            <a:ext cx="2024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SUMMARY</a:t>
            </a:r>
            <a:endParaRPr lang="ko-KR" altLang="en-US" sz="2800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B7FEA25-7BA2-4915-8359-A1CF12C0C6F9}"/>
              </a:ext>
            </a:extLst>
          </p:cNvPr>
          <p:cNvSpPr/>
          <p:nvPr/>
        </p:nvSpPr>
        <p:spPr>
          <a:xfrm>
            <a:off x="1902996" y="3063734"/>
            <a:ext cx="41713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고급 프로그래밍 강의 실습 자료를 위한 </a:t>
            </a:r>
            <a:r>
              <a:rPr lang="en-US" altLang="ko-KR" sz="105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Github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Repository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입니다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</a:p>
          <a:p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주소는 아래와 같습니다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</a:p>
          <a:p>
            <a:endParaRPr lang="en-US" altLang="ko-KR" sz="105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latin typeface="HY그래픽M" panose="02030600000101010101" pitchFamily="18" charset="-127"/>
                <a:ea typeface="HY그래픽M" panose="0203060000010101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https://github.com/Kim-Suyeon-KSU/Haskell_Programming</a:t>
            </a:r>
            <a:endParaRPr lang="en-US" altLang="ko-KR" sz="105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39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17D4C2B-36D0-4E40-8006-6DA28BE0DD7D}"/>
              </a:ext>
            </a:extLst>
          </p:cNvPr>
          <p:cNvGrpSpPr/>
          <p:nvPr/>
        </p:nvGrpSpPr>
        <p:grpSpPr>
          <a:xfrm>
            <a:off x="89600" y="245732"/>
            <a:ext cx="3316693" cy="746501"/>
            <a:chOff x="3477325" y="478777"/>
            <a:chExt cx="3316693" cy="74650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E478FB-A9C0-4207-9C9B-69B753A79D04}"/>
                </a:ext>
              </a:extLst>
            </p:cNvPr>
            <p:cNvSpPr txBox="1"/>
            <p:nvPr/>
          </p:nvSpPr>
          <p:spPr>
            <a:xfrm>
              <a:off x="3753921" y="513268"/>
              <a:ext cx="1657826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3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Repository</a:t>
              </a: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C6CA78F-04E2-4C9F-9E3E-58B01C5BA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325" y="588276"/>
              <a:ext cx="3126794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6CF3A5-B156-470A-8D22-72E49CA62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0143" y="839292"/>
              <a:ext cx="310387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D4DFFAC-6E3B-409D-828B-0F935D8D1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9611" y="893861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BE62774-46A8-4FB5-90DB-2639E65B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4483" y="1139420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D81279D-F2BD-47BD-A80B-0BCE19A4CCA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4643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AC27985-8505-4804-8276-16DF8C6C14D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256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FBB794B-FE35-440B-B005-0691000111D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508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57D6088-1230-43AE-9A96-7CC746405F0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96097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7C02BF6-C946-4DE6-9021-739807D7B26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02469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CC5A90A-4F1B-49A3-80E7-B68CA5302BF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40238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BEE0DAC-D7EC-4D24-8615-5F1108ADFFD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83893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C64EE39-6888-40CD-B40A-BAD0953E697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18539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78CC6D8-39C9-4C1A-9F5B-8E986E9E21B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6765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B6BDAF1-36B3-477A-9721-DD6A72B9768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77228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49835A3-9EAE-4C16-BCAD-ADA770F020D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8595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479E164-A774-40EA-905B-BE1697326B0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0369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EA0FAFC-0CF7-4827-BACD-DF4194A9D98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1269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8C772698-0DB6-4265-9F29-6C2845C7D01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2070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7F7BDB1-2125-479B-9BF1-19DA710CABD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80726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5967D71-8753-46A3-85F9-0EED34FFB02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59354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DBAE395-7E30-4604-84AA-7E328FA7418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66994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67F01A6-7A94-429E-8178-53D07986D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167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10529FB-40BC-41A7-8786-97CD98F30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10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52CF94A-CD78-4A90-9E6A-012BB5A9B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319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D8A2-1A8D-4C14-8329-24CD834E0738}"/>
                </a:ext>
              </a:extLst>
            </p:cNvPr>
            <p:cNvSpPr txBox="1"/>
            <p:nvPr/>
          </p:nvSpPr>
          <p:spPr>
            <a:xfrm>
              <a:off x="3737551" y="496898"/>
              <a:ext cx="1657826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Repository</a:t>
              </a:r>
            </a:p>
          </p:txBody>
        </p: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68D073-495A-42DF-BD97-6A516CACEFA3}"/>
              </a:ext>
            </a:extLst>
          </p:cNvPr>
          <p:cNvCxnSpPr/>
          <p:nvPr/>
        </p:nvCxnSpPr>
        <p:spPr>
          <a:xfrm>
            <a:off x="246758" y="1550187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6EECE4D-8BE4-4D2C-A689-639E9A15AA5F}"/>
              </a:ext>
            </a:extLst>
          </p:cNvPr>
          <p:cNvCxnSpPr/>
          <p:nvPr/>
        </p:nvCxnSpPr>
        <p:spPr>
          <a:xfrm>
            <a:off x="246758" y="6458089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3532DFD-ECC2-4A34-BE18-2DDA5CBF7D45}"/>
              </a:ext>
            </a:extLst>
          </p:cNvPr>
          <p:cNvSpPr/>
          <p:nvPr/>
        </p:nvSpPr>
        <p:spPr>
          <a:xfrm>
            <a:off x="5381701" y="6554500"/>
            <a:ext cx="138531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Designed 2017. @ </a:t>
            </a:r>
            <a:r>
              <a:rPr lang="en-US" altLang="ko-KR" sz="80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yptlab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BDD3BA-5B1D-4C65-9A15-502800321B9F}"/>
              </a:ext>
            </a:extLst>
          </p:cNvPr>
          <p:cNvSpPr/>
          <p:nvPr/>
        </p:nvSpPr>
        <p:spPr>
          <a:xfrm>
            <a:off x="7940476" y="1127957"/>
            <a:ext cx="1465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Repository</a:t>
            </a:r>
            <a:endParaRPr lang="ko-KR" altLang="en-US" sz="20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D2A727D-D1B5-445E-936F-6FAF0A3B3EE3}"/>
              </a:ext>
            </a:extLst>
          </p:cNvPr>
          <p:cNvCxnSpPr>
            <a:cxnSpLocks/>
          </p:cNvCxnSpPr>
          <p:nvPr/>
        </p:nvCxnSpPr>
        <p:spPr>
          <a:xfrm flipH="1">
            <a:off x="7843044" y="1285844"/>
            <a:ext cx="28112" cy="84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FD2EAE7-2A2E-4149-918A-FFA9E790BF2C}"/>
              </a:ext>
            </a:extLst>
          </p:cNvPr>
          <p:cNvSpPr/>
          <p:nvPr/>
        </p:nvSpPr>
        <p:spPr>
          <a:xfrm>
            <a:off x="7080202" y="1185776"/>
            <a:ext cx="652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part 2.</a:t>
            </a:r>
            <a:endParaRPr lang="ko-KR" altLang="en-US" sz="12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600D0BE-4894-4999-ACA4-34A1784C4C3C}"/>
              </a:ext>
            </a:extLst>
          </p:cNvPr>
          <p:cNvCxnSpPr>
            <a:cxnSpLocks/>
          </p:cNvCxnSpPr>
          <p:nvPr/>
        </p:nvCxnSpPr>
        <p:spPr>
          <a:xfrm>
            <a:off x="1667674" y="2593906"/>
            <a:ext cx="0" cy="28502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93B875-C476-4471-BAF6-8EFF3FB8CDE6}"/>
              </a:ext>
            </a:extLst>
          </p:cNvPr>
          <p:cNvSpPr/>
          <p:nvPr/>
        </p:nvSpPr>
        <p:spPr>
          <a:xfrm rot="16200000">
            <a:off x="367626" y="3205491"/>
            <a:ext cx="2024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SUMMARY</a:t>
            </a:r>
            <a:endParaRPr lang="ko-KR" altLang="en-US" sz="2800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9FC51B-FC0D-49D9-BC22-F8AE00E03548}"/>
              </a:ext>
            </a:extLst>
          </p:cNvPr>
          <p:cNvSpPr/>
          <p:nvPr/>
        </p:nvSpPr>
        <p:spPr>
          <a:xfrm>
            <a:off x="1924637" y="2679324"/>
            <a:ext cx="417136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해당 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Repository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의 캡쳐입니다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endParaRPr lang="en-US" altLang="ko-KR" sz="105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19F2E0-C843-4C13-A275-BFA0F233B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29" y="1820853"/>
            <a:ext cx="5628688" cy="436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3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17D4C2B-36D0-4E40-8006-6DA28BE0DD7D}"/>
              </a:ext>
            </a:extLst>
          </p:cNvPr>
          <p:cNvGrpSpPr/>
          <p:nvPr/>
        </p:nvGrpSpPr>
        <p:grpSpPr>
          <a:xfrm>
            <a:off x="89600" y="245732"/>
            <a:ext cx="3316693" cy="746501"/>
            <a:chOff x="3477325" y="478777"/>
            <a:chExt cx="3316693" cy="74650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E478FB-A9C0-4207-9C9B-69B753A79D04}"/>
                </a:ext>
              </a:extLst>
            </p:cNvPr>
            <p:cNvSpPr txBox="1"/>
            <p:nvPr/>
          </p:nvSpPr>
          <p:spPr>
            <a:xfrm>
              <a:off x="3753921" y="513268"/>
              <a:ext cx="77457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3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평가</a:t>
              </a:r>
              <a:endParaRPr lang="en-US" altLang="ko-KR" sz="2300" dirty="0">
                <a:solidFill>
                  <a:schemeClr val="bg1">
                    <a:lumMod val="50000"/>
                    <a:alpha val="3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C6CA78F-04E2-4C9F-9E3E-58B01C5BA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325" y="588276"/>
              <a:ext cx="3126794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6CF3A5-B156-470A-8D22-72E49CA62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0143" y="839292"/>
              <a:ext cx="310387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D4DFFAC-6E3B-409D-828B-0F935D8D1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9611" y="893861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BE62774-46A8-4FB5-90DB-2639E65B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4483" y="1139420"/>
              <a:ext cx="2969635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D81279D-F2BD-47BD-A80B-0BCE19A4CCA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4643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AC27985-8505-4804-8276-16DF8C6C14D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256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FBB794B-FE35-440B-B005-0691000111D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7508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57D6088-1230-43AE-9A96-7CC746405F0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96097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7C02BF6-C946-4DE6-9021-739807D7B26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02469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CC5A90A-4F1B-49A3-80E7-B68CA5302BF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40238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BEE0DAC-D7EC-4D24-8615-5F1108ADFFD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283893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C64EE39-6888-40CD-B40A-BAD0953E697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18539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78CC6D8-39C9-4C1A-9F5B-8E986E9E21B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56765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B6BDAF1-36B3-477A-9721-DD6A72B9768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77228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49835A3-9EAE-4C16-BCAD-ADA770F020D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85959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479E164-A774-40EA-905B-BE1697326B0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036942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EA0FAFC-0CF7-4827-BACD-DF4194A9D98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12698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8C772698-0DB6-4265-9F29-6C2845C7D01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20700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7F7BDB1-2125-479B-9BF1-19DA710CABD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80726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35967D71-8753-46A3-85F9-0EED34FFB02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593544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DBAE395-7E30-4604-84AA-7E328FA7418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669941" y="845469"/>
              <a:ext cx="7333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67F01A6-7A94-429E-8178-53D07986D4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167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10529FB-40BC-41A7-8786-97CD98F30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10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52CF94A-CD78-4A90-9E6A-012BB5A9B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3196" y="478778"/>
              <a:ext cx="0" cy="74650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D8A2-1A8D-4C14-8329-24CD834E0738}"/>
                </a:ext>
              </a:extLst>
            </p:cNvPr>
            <p:cNvSpPr txBox="1"/>
            <p:nvPr/>
          </p:nvSpPr>
          <p:spPr>
            <a:xfrm>
              <a:off x="3737551" y="496898"/>
              <a:ext cx="77457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평가</a:t>
              </a:r>
              <a:endParaRPr lang="en-US" altLang="ko-KR" sz="23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68D073-495A-42DF-BD97-6A516CACEFA3}"/>
              </a:ext>
            </a:extLst>
          </p:cNvPr>
          <p:cNvCxnSpPr/>
          <p:nvPr/>
        </p:nvCxnSpPr>
        <p:spPr>
          <a:xfrm>
            <a:off x="246758" y="1550187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6EECE4D-8BE4-4D2C-A689-639E9A15AA5F}"/>
              </a:ext>
            </a:extLst>
          </p:cNvPr>
          <p:cNvCxnSpPr/>
          <p:nvPr/>
        </p:nvCxnSpPr>
        <p:spPr>
          <a:xfrm>
            <a:off x="246758" y="6458089"/>
            <a:ext cx="115751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3532DFD-ECC2-4A34-BE18-2DDA5CBF7D45}"/>
              </a:ext>
            </a:extLst>
          </p:cNvPr>
          <p:cNvSpPr/>
          <p:nvPr/>
        </p:nvSpPr>
        <p:spPr>
          <a:xfrm>
            <a:off x="5381701" y="6554500"/>
            <a:ext cx="138531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Designed 2017. @ </a:t>
            </a:r>
            <a:r>
              <a:rPr lang="en-US" altLang="ko-KR" sz="800" dirty="0" err="1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yptlab</a:t>
            </a:r>
            <a:endParaRPr lang="ko-KR" altLang="en-US" sz="8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BDD3BA-5B1D-4C65-9A15-502800321B9F}"/>
              </a:ext>
            </a:extLst>
          </p:cNvPr>
          <p:cNvSpPr/>
          <p:nvPr/>
        </p:nvSpPr>
        <p:spPr>
          <a:xfrm>
            <a:off x="7940476" y="1127957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평가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D2A727D-D1B5-445E-936F-6FAF0A3B3EE3}"/>
              </a:ext>
            </a:extLst>
          </p:cNvPr>
          <p:cNvCxnSpPr>
            <a:cxnSpLocks/>
          </p:cNvCxnSpPr>
          <p:nvPr/>
        </p:nvCxnSpPr>
        <p:spPr>
          <a:xfrm flipH="1">
            <a:off x="7843044" y="1285844"/>
            <a:ext cx="28112" cy="84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FD2EAE7-2A2E-4149-918A-FFA9E790BF2C}"/>
              </a:ext>
            </a:extLst>
          </p:cNvPr>
          <p:cNvSpPr/>
          <p:nvPr/>
        </p:nvSpPr>
        <p:spPr>
          <a:xfrm>
            <a:off x="7080202" y="1185776"/>
            <a:ext cx="652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part 3.</a:t>
            </a:r>
            <a:endParaRPr lang="ko-KR" altLang="en-US" sz="120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600D0BE-4894-4999-ACA4-34A1784C4C3C}"/>
              </a:ext>
            </a:extLst>
          </p:cNvPr>
          <p:cNvCxnSpPr>
            <a:cxnSpLocks/>
          </p:cNvCxnSpPr>
          <p:nvPr/>
        </p:nvCxnSpPr>
        <p:spPr>
          <a:xfrm>
            <a:off x="1667674" y="2593906"/>
            <a:ext cx="0" cy="28502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93B875-C476-4471-BAF6-8EFF3FB8CDE6}"/>
              </a:ext>
            </a:extLst>
          </p:cNvPr>
          <p:cNvSpPr/>
          <p:nvPr/>
        </p:nvSpPr>
        <p:spPr>
          <a:xfrm rot="16200000">
            <a:off x="674601" y="2992841"/>
            <a:ext cx="14109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SCORE</a:t>
            </a:r>
            <a:endParaRPr lang="ko-KR" altLang="en-US" sz="2800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9FC51B-FC0D-49D9-BC22-F8AE00E03548}"/>
              </a:ext>
            </a:extLst>
          </p:cNvPr>
          <p:cNvSpPr/>
          <p:nvPr/>
        </p:nvSpPr>
        <p:spPr>
          <a:xfrm>
            <a:off x="1924637" y="2679324"/>
            <a:ext cx="4369834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스스로 평가한 점수 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: 20/30</a:t>
            </a:r>
          </a:p>
          <a:p>
            <a:endParaRPr lang="en-US" altLang="ko-KR" sz="105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평가 기준 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: 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강의 초반에는 진도를 잘 따라갔으나 강의 후반부에는 집중력을 유지하지 못하고 강의 시간에 최선을 다하지 못했다고 생각됩니다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 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그에 따라 스스로에게 아쉬움을 느껴 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10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점 감점했습니다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</a:p>
          <a:p>
            <a:endParaRPr lang="en-US" altLang="ko-KR" sz="1050" dirty="0">
              <a:ln w="952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향후 계획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: 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다른 자료를 통해서도 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Haskell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과 같은 함수형 프로그래밍 언어가 실무에서 사용하기에 좋다는 소식을 접했습니다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r>
              <a:rPr lang="ko-KR" altLang="en-US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함수형 프로그래밍의 기초부터 꼼꼼하게 한번 더 공부해보면 좋을 것 같습니다</a:t>
            </a:r>
            <a:r>
              <a:rPr lang="en-US" altLang="ko-KR" sz="105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2024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>
            <a:extLst>
              <a:ext uri="{FF2B5EF4-FFF2-40B4-BE49-F238E27FC236}">
                <a16:creationId xmlns:a16="http://schemas.microsoft.com/office/drawing/2014/main" id="{CB9181B1-AF63-436A-AA91-A660F1D4599F}"/>
              </a:ext>
            </a:extLst>
          </p:cNvPr>
          <p:cNvGrpSpPr/>
          <p:nvPr/>
        </p:nvGrpSpPr>
        <p:grpSpPr>
          <a:xfrm>
            <a:off x="2236470" y="2258047"/>
            <a:ext cx="7719060" cy="1737361"/>
            <a:chOff x="2202180" y="2446020"/>
            <a:chExt cx="7719060" cy="173736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E478FB-A9C0-4207-9C9B-69B753A79D04}"/>
                </a:ext>
              </a:extLst>
            </p:cNvPr>
            <p:cNvSpPr txBox="1"/>
            <p:nvPr/>
          </p:nvSpPr>
          <p:spPr>
            <a:xfrm>
              <a:off x="2956752" y="2548461"/>
              <a:ext cx="36471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>
                  <a:solidFill>
                    <a:schemeClr val="bg1">
                      <a:lumMod val="50000"/>
                      <a:alpha val="30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감사합니다</a:t>
              </a:r>
              <a:endParaRPr lang="en-US" altLang="ko-KR" sz="5400" dirty="0">
                <a:solidFill>
                  <a:schemeClr val="bg1">
                    <a:lumMod val="50000"/>
                    <a:alpha val="30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C6CA78F-04E2-4C9F-9E3E-58B01C5BA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2180" y="2700861"/>
              <a:ext cx="727710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6CF3A5-B156-470A-8D22-72E49CA62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7480" y="3285061"/>
              <a:ext cx="722376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D4DFFAC-6E3B-409D-828B-0F935D8D1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060" y="3412061"/>
              <a:ext cx="691134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BE62774-46A8-4FB5-90DB-2639E65B2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7940" y="3983561"/>
              <a:ext cx="691134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56DF3F3-EC31-464B-97F3-D2D968E220AA}"/>
                </a:ext>
              </a:extLst>
            </p:cNvPr>
            <p:cNvGrpSpPr/>
            <p:nvPr/>
          </p:nvGrpSpPr>
          <p:grpSpPr>
            <a:xfrm>
              <a:off x="3025501" y="2446020"/>
              <a:ext cx="6218898" cy="1737361"/>
              <a:chOff x="3025501" y="2464944"/>
              <a:chExt cx="6218898" cy="1928113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3D81279D-F2BD-47BD-A80B-0BCE19A4CCA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078385" y="3412060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6AC27985-8505-4804-8276-16DF8C6C14D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686397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DFBB794B-FE35-440B-B005-0691000111D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745135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957D6088-1230-43AE-9A96-7CC746405F0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234087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C7C02BF6-C946-4DE6-9021-739807D7B26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3823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2CC5A90A-4F1B-49A3-80E7-B68CA5302BF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8840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5BEE0DAC-D7EC-4D24-8615-5F1108ADFF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9856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0C64EE39-6888-40CD-B40A-BAD0953E697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5317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D78CC6D8-39C9-4C1A-9F5B-8E986E9E21B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6460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8B6BDAF1-36B3-477A-9721-DD6A72B9768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1222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49835A3-9EAE-4C16-BCAD-ADA770F020D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3254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5479E164-A774-40EA-905B-BE1697326B0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7382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EA0FAFC-0CF7-4827-BACD-DF4194A9D9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94778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C772698-0DB6-4265-9F29-6C2845C7D01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3986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77F7BDB1-2125-479B-9BF1-19DA710CABD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5383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35967D71-8753-46A3-85F9-0EED34FFB0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0336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FDBAE395-7E30-4604-84AA-7E328FA7418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211433" y="3412061"/>
                <a:ext cx="1894231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C67F01A6-7A94-429E-8178-53D07986D4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90349" y="2464946"/>
                <a:ext cx="0" cy="1928111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E10529FB-40BC-41A7-8786-97CD98F307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55449" y="2464946"/>
                <a:ext cx="0" cy="1928111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052CF94A-CD78-4A90-9E6A-012BB5A9BE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44399" y="2464946"/>
                <a:ext cx="0" cy="1928111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D8A2-1A8D-4C14-8329-24CD834E0738}"/>
                </a:ext>
              </a:extLst>
            </p:cNvPr>
            <p:cNvSpPr txBox="1"/>
            <p:nvPr/>
          </p:nvSpPr>
          <p:spPr>
            <a:xfrm>
              <a:off x="2918652" y="2510361"/>
              <a:ext cx="36471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감사합니다</a:t>
              </a:r>
              <a:endParaRPr lang="en-US" altLang="ko-KR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B4463F-6C01-411B-BEB3-1AFBA050311C}"/>
                </a:ext>
              </a:extLst>
            </p:cNvPr>
            <p:cNvSpPr txBox="1"/>
            <p:nvPr/>
          </p:nvSpPr>
          <p:spPr>
            <a:xfrm>
              <a:off x="2341269" y="2687705"/>
              <a:ext cx="7312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Powerpoint</a:t>
              </a:r>
              <a:endParaRPr lang="en-US" altLang="ko-KR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  <a:p>
              <a:pPr algn="r"/>
              <a:r>
                <a:rPr lang="en-US" altLang="ko-KR" sz="800" dirty="0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template</a:t>
              </a:r>
            </a:p>
            <a:p>
              <a:pPr algn="r"/>
              <a:r>
                <a:rPr lang="en-US" altLang="ko-KR" sz="500" dirty="0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/</a:t>
              </a:r>
              <a:r>
                <a:rPr lang="en-US" altLang="ko-KR" sz="800" dirty="0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104</a:t>
              </a:r>
            </a:p>
            <a:p>
              <a:pPr algn="r"/>
              <a:r>
                <a:rPr lang="en-US" altLang="ko-KR" sz="800" dirty="0" err="1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yptlab</a:t>
              </a:r>
              <a:endParaRPr lang="ko-KR" altLang="en-US" sz="800" dirty="0">
                <a:ln w="952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88427E4-9D19-4748-BABF-6B7A743370FF}"/>
              </a:ext>
            </a:extLst>
          </p:cNvPr>
          <p:cNvGrpSpPr/>
          <p:nvPr/>
        </p:nvGrpSpPr>
        <p:grpSpPr>
          <a:xfrm>
            <a:off x="4782981" y="5178881"/>
            <a:ext cx="2356735" cy="246221"/>
            <a:chOff x="4790668" y="5682734"/>
            <a:chExt cx="2356735" cy="246221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4087053-BF30-401A-A59C-DF6FB845193C}"/>
                </a:ext>
              </a:extLst>
            </p:cNvPr>
            <p:cNvSpPr/>
            <p:nvPr/>
          </p:nvSpPr>
          <p:spPr>
            <a:xfrm>
              <a:off x="4790668" y="5682734"/>
              <a:ext cx="235673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000" dirty="0" err="1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이천십칠년</a:t>
              </a:r>
              <a:r>
                <a:rPr lang="ko-KR" altLang="en-US" sz="1000" dirty="0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십이월 마지막날 새벽 </a:t>
              </a:r>
              <a:r>
                <a:rPr lang="en-US" altLang="ko-KR" sz="1000" dirty="0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2</a:t>
              </a:r>
              <a:r>
                <a:rPr lang="ko-KR" altLang="en-US" sz="1000" dirty="0">
                  <a:ln w="9525">
                    <a:solidFill>
                      <a:schemeClr val="tx1">
                        <a:lumMod val="65000"/>
                        <a:lumOff val="3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시</a:t>
              </a: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DA79BDD7-961C-4414-9524-4E21807BE410}"/>
                </a:ext>
              </a:extLst>
            </p:cNvPr>
            <p:cNvCxnSpPr/>
            <p:nvPr/>
          </p:nvCxnSpPr>
          <p:spPr>
            <a:xfrm flipH="1">
              <a:off x="5059972" y="5777269"/>
              <a:ext cx="19050" cy="5715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2269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와이드스크린</PresentationFormat>
  <Paragraphs>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HY그래픽M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림</dc:creator>
  <cp:lastModifiedBy>김 수연</cp:lastModifiedBy>
  <cp:revision>10</cp:revision>
  <dcterms:created xsi:type="dcterms:W3CDTF">2017-12-30T16:50:46Z</dcterms:created>
  <dcterms:modified xsi:type="dcterms:W3CDTF">2021-06-11T19:37:51Z</dcterms:modified>
</cp:coreProperties>
</file>